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Question 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STUDENT NAME, STUDENT NUMBER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 BI Plot 1</a:t>
            </a:r>
          </a:p>
        </p:txBody>
      </p:sp>
      <p:pic>
        <p:nvPicPr>
          <p:cNvPr descr="images/eg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 BI Plot 2</a:t>
            </a:r>
          </a:p>
        </p:txBody>
      </p:sp>
      <p:pic>
        <p:nvPicPr>
          <p:cNvPr descr="images/eg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 BI Plot …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Plot 1</a:t>
            </a:r>
          </a:p>
        </p:txBody>
      </p:sp>
      <p:pic>
        <p:nvPicPr>
          <p:cNvPr descr="Question3_STUDENTNUMBER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Plot 2</a:t>
            </a:r>
          </a:p>
        </p:txBody>
      </p:sp>
      <p:pic>
        <p:nvPicPr>
          <p:cNvPr descr="Question3_STUDENTNUMBER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Plot 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3</dc:title>
  <dc:creator>STUDENT NAME, STUDENT NUMBER</dc:creator>
  <cp:keywords/>
  <dcterms:created xsi:type="dcterms:W3CDTF">2025-12-01T09:10:50Z</dcterms:created>
  <dcterms:modified xsi:type="dcterms:W3CDTF">2025-12-01T09:10:50Z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-format">
    <vt:lpwstr>D MMMM YYYY</vt:lpwstr>
  </property>
  <property fmtid="{D5CDD505-2E9C-101B-9397-08002B2CF9AE}" pid="6" name="editor">
    <vt:lpwstr>visual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